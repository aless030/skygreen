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Camino dividido: billetes vs hojas verdes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Fondo industrial vs energía limpia (represas, humo vs sol)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Íconos de dólar, engranaje, hoja, incentivo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Engranajes, dinero (liderazgo en costos)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Paneles solares, mundo limpio (diferenciación verde)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Modelo Porter con íconos alrededor de planta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Persona eligiendo camino verde hacia el sol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Muro con clima adverso y signos de interrogación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228B22"/>
                </a:solidFill>
              </a:defRPr>
            </a:pPr>
            <a:r>
              <a:t>Paneles solares activos, planeta feliz con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